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Trinket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423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C2B2"/>
                </a:solidFill>
              </a:rPr>
              <a:t>Methodology &amp; Data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063240"/>
            <a:ext cx="5029200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24612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</a:rPr>
              <a:t>Trinket Intelligence is a sandbox application that allows users to look up any publicly listed company by ticker symbol and retrieve real-time market data, industry peer comparisons, and the latest news headlines — all sourced on demand from Yahoo Finance's publicly available APIs.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126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788"/>
                </a:solidFill>
              </a:rPr>
              <a:t>A sandbox / experiment project  ·  Data provided by Yahoo Finance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737360"/>
            <a:ext cx="2560320" cy="4754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7922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Market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2468880"/>
            <a:ext cx="2560320" cy="4754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5237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Industry Peers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3200400"/>
            <a:ext cx="2560320" cy="4754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32552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News Headlines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68680"/>
            <a:ext cx="11338560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3474720" cy="5120640"/>
          </a:xfrm>
          <a:prstGeom prst="rect">
            <a:avLst/>
          </a:prstGeom>
          <a:solidFill>
            <a:srgbClr val="14283C"/>
          </a:solidFill>
          <a:ln w="9525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3474720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16152"/>
            <a:ext cx="3236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  Market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09928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C2B2"/>
                </a:solidFill>
              </a:rPr>
              <a:t>Source: Yahoo Finance  /  yfinance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" y="2057400"/>
            <a:ext cx="2999232" cy="27432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130552"/>
            <a:ext cx="32369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Fetched in real time when a ticker is searched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Current price &amp; market capitalisation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Trailing P/E ratio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52-week high and low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Daily volume &amp; 3-month average volume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Sector and industry classification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Data is cached for 5 minutes to limit redundant
API calls on repeated lookups.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051560"/>
            <a:ext cx="3474720" cy="5120640"/>
          </a:xfrm>
          <a:prstGeom prst="rect">
            <a:avLst/>
          </a:prstGeom>
          <a:solidFill>
            <a:srgbClr val="14283C"/>
          </a:solidFill>
          <a:ln w="9525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051560"/>
            <a:ext cx="3474720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1216152"/>
            <a:ext cx="3236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  Industry Peers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1709928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C2B2"/>
                </a:solidFill>
              </a:rPr>
              <a:t>Source: Yahoo Finance Equity Screener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2057400"/>
            <a:ext cx="2999232" cy="27432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2130552"/>
            <a:ext cx="32369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The searched company's industry label is
  retrieved from Yahoo Finance (e.g. Microsoft
  → Software—Infrastructure)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Yahoo Finance's screener finds all companies
  sharing that industry classification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Filtered to US-listed stocks only
  (NYSE &amp; NASDAQ)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Sorted by market capitalisation, largest first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Preferred shares &amp; depositary units excluded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Up to 10 peers displayed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Limitation: peers reflect Yahoo Finance's own
taxonomy. Conglomerates may show unexpected
groupings based on their primary classification.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1051560"/>
            <a:ext cx="3474720" cy="5120640"/>
          </a:xfrm>
          <a:prstGeom prst="rect">
            <a:avLst/>
          </a:prstGeom>
          <a:solidFill>
            <a:srgbClr val="14283C"/>
          </a:solidFill>
          <a:ln w="9525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051560"/>
            <a:ext cx="3474720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1216152"/>
            <a:ext cx="3236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  News Headlines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1709928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C2B2"/>
                </a:solidFill>
              </a:rPr>
              <a:t>Source: Yahoo Finance Search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7304" y="2057400"/>
            <a:ext cx="2999232" cy="27432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4" y="2130552"/>
            <a:ext cx="323697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Uses the yfinance Search component, which
  queries Yahoo Finance's news index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Returns the 3 most recent articles
  associated with the ticker symbol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Each headline links directly to the
  original source article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• Publisher name and publish date shown
  where available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CCD6E0"/>
                </a:solidFill>
              </a:rPr>
              <a:t>Headlines reflect Yahoo Finance's news feed
and may include press releases, analyst notes,
and third-party editorial content.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4652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6677"/>
                </a:solidFill>
              </a:rPr>
              <a:t>Trinket Intelligence  ·  A sandbox / experiment project  ·  All data sourced from Yahoo Finance's publicly available APIs  ·  Not intended for investment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